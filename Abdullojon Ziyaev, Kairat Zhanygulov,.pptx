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rial" charset="1" panose="020B0502020202020204"/>
      <p:regular r:id="rId10"/>
    </p:embeddedFont>
    <p:embeddedFont>
      <p:font typeface="Arial Italics" charset="1" panose="020B0502020202090204"/>
      <p:regular r:id="rId11"/>
    </p:embeddedFont>
    <p:embeddedFont>
      <p:font typeface="Arial Bold" charset="1" panose="020B0802020202020204"/>
      <p:regular r:id="rId12"/>
    </p:embeddedFont>
    <p:embeddedFont>
      <p:font typeface="Canva Sans" charset="1" panose="020B0503030501040103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60000"/>
            </a:blip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736279" y="201971"/>
            <a:ext cx="9256259" cy="9840040"/>
            <a:chOff x="0" y="0"/>
            <a:chExt cx="799790" cy="850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9790" cy="850232"/>
            </a:xfrm>
            <a:custGeom>
              <a:avLst/>
              <a:gdLst/>
              <a:ahLst/>
              <a:cxnLst/>
              <a:rect r="r" b="b" t="t" l="l"/>
              <a:pathLst>
                <a:path h="850232" w="799790">
                  <a:moveTo>
                    <a:pt x="20910" y="0"/>
                  </a:moveTo>
                  <a:lnTo>
                    <a:pt x="778880" y="0"/>
                  </a:lnTo>
                  <a:cubicBezTo>
                    <a:pt x="784426" y="0"/>
                    <a:pt x="789745" y="2203"/>
                    <a:pt x="793666" y="6124"/>
                  </a:cubicBezTo>
                  <a:cubicBezTo>
                    <a:pt x="797587" y="10046"/>
                    <a:pt x="799790" y="15364"/>
                    <a:pt x="799790" y="20910"/>
                  </a:cubicBezTo>
                  <a:lnTo>
                    <a:pt x="799790" y="829322"/>
                  </a:lnTo>
                  <a:cubicBezTo>
                    <a:pt x="799790" y="834868"/>
                    <a:pt x="797587" y="840186"/>
                    <a:pt x="793666" y="844108"/>
                  </a:cubicBezTo>
                  <a:cubicBezTo>
                    <a:pt x="789745" y="848029"/>
                    <a:pt x="784426" y="850232"/>
                    <a:pt x="778880" y="850232"/>
                  </a:cubicBezTo>
                  <a:lnTo>
                    <a:pt x="20910" y="850232"/>
                  </a:lnTo>
                  <a:cubicBezTo>
                    <a:pt x="15364" y="850232"/>
                    <a:pt x="10046" y="848029"/>
                    <a:pt x="6124" y="844108"/>
                  </a:cubicBezTo>
                  <a:cubicBezTo>
                    <a:pt x="2203" y="840186"/>
                    <a:pt x="0" y="834868"/>
                    <a:pt x="0" y="829322"/>
                  </a:cubicBezTo>
                  <a:lnTo>
                    <a:pt x="0" y="20910"/>
                  </a:lnTo>
                  <a:cubicBezTo>
                    <a:pt x="0" y="15364"/>
                    <a:pt x="2203" y="10046"/>
                    <a:pt x="6124" y="6124"/>
                  </a:cubicBezTo>
                  <a:cubicBezTo>
                    <a:pt x="10046" y="2203"/>
                    <a:pt x="15364" y="0"/>
                    <a:pt x="20910" y="0"/>
                  </a:cubicBezTo>
                  <a:close/>
                </a:path>
              </a:pathLst>
            </a:custGeom>
            <a:blipFill>
              <a:blip r:embed="rId3"/>
              <a:stretch>
                <a:fillRect l="-3153" t="0" r="-315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0785" y="223480"/>
            <a:ext cx="9055906" cy="9840040"/>
            <a:chOff x="0" y="0"/>
            <a:chExt cx="12074541" cy="1312005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825721" cy="13120053"/>
              <a:chOff x="0" y="0"/>
              <a:chExt cx="2138414" cy="259161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38414" cy="2591615"/>
              </a:xfrm>
              <a:custGeom>
                <a:avLst/>
                <a:gdLst/>
                <a:ahLst/>
                <a:cxnLst/>
                <a:rect r="r" b="b" t="t" l="l"/>
                <a:pathLst>
                  <a:path h="2591615" w="2138414">
                    <a:moveTo>
                      <a:pt x="23838" y="0"/>
                    </a:moveTo>
                    <a:lnTo>
                      <a:pt x="2114576" y="0"/>
                    </a:lnTo>
                    <a:cubicBezTo>
                      <a:pt x="2120898" y="0"/>
                      <a:pt x="2126962" y="2512"/>
                      <a:pt x="2131432" y="6982"/>
                    </a:cubicBezTo>
                    <a:cubicBezTo>
                      <a:pt x="2135903" y="11453"/>
                      <a:pt x="2138414" y="17516"/>
                      <a:pt x="2138414" y="23838"/>
                    </a:cubicBezTo>
                    <a:lnTo>
                      <a:pt x="2138414" y="2567777"/>
                    </a:lnTo>
                    <a:cubicBezTo>
                      <a:pt x="2138414" y="2574100"/>
                      <a:pt x="2135903" y="2580163"/>
                      <a:pt x="2131432" y="2584634"/>
                    </a:cubicBezTo>
                    <a:cubicBezTo>
                      <a:pt x="2126962" y="2589104"/>
                      <a:pt x="2120898" y="2591615"/>
                      <a:pt x="2114576" y="2591615"/>
                    </a:cubicBezTo>
                    <a:lnTo>
                      <a:pt x="23838" y="2591615"/>
                    </a:lnTo>
                    <a:cubicBezTo>
                      <a:pt x="17516" y="2591615"/>
                      <a:pt x="11453" y="2589104"/>
                      <a:pt x="6982" y="2584634"/>
                    </a:cubicBezTo>
                    <a:cubicBezTo>
                      <a:pt x="2512" y="2580163"/>
                      <a:pt x="0" y="2574100"/>
                      <a:pt x="0" y="2567777"/>
                    </a:cubicBezTo>
                    <a:lnTo>
                      <a:pt x="0" y="23838"/>
                    </a:lnTo>
                    <a:cubicBezTo>
                      <a:pt x="0" y="17516"/>
                      <a:pt x="2512" y="11453"/>
                      <a:pt x="6982" y="6982"/>
                    </a:cubicBezTo>
                    <a:cubicBezTo>
                      <a:pt x="11453" y="2512"/>
                      <a:pt x="17516" y="0"/>
                      <a:pt x="2383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138414" cy="26297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340110" y="0"/>
              <a:ext cx="1734430" cy="13120053"/>
              <a:chOff x="0" y="0"/>
              <a:chExt cx="342604" cy="259161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42604" cy="2591615"/>
              </a:xfrm>
              <a:custGeom>
                <a:avLst/>
                <a:gdLst/>
                <a:ahLst/>
                <a:cxnLst/>
                <a:rect r="r" b="b" t="t" l="l"/>
                <a:pathLst>
                  <a:path h="2591615" w="342604">
                    <a:moveTo>
                      <a:pt x="0" y="0"/>
                    </a:moveTo>
                    <a:lnTo>
                      <a:pt x="342604" y="0"/>
                    </a:lnTo>
                    <a:lnTo>
                      <a:pt x="342604" y="2591615"/>
                    </a:lnTo>
                    <a:lnTo>
                      <a:pt x="0" y="25916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42604" cy="26297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5400000">
            <a:off x="4092344" y="8634585"/>
            <a:ext cx="202293" cy="177006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5179" y="66628"/>
              <a:ext cx="722441" cy="644572"/>
            </a:xfrm>
            <a:custGeom>
              <a:avLst/>
              <a:gdLst/>
              <a:ahLst/>
              <a:cxnLst/>
              <a:rect r="r" b="b" t="t" l="l"/>
              <a:pathLst>
                <a:path h="644572" w="722441">
                  <a:moveTo>
                    <a:pt x="418184" y="33057"/>
                  </a:moveTo>
                  <a:lnTo>
                    <a:pt x="710658" y="544887"/>
                  </a:lnTo>
                  <a:cubicBezTo>
                    <a:pt x="722442" y="565508"/>
                    <a:pt x="722357" y="590844"/>
                    <a:pt x="710436" y="611386"/>
                  </a:cubicBezTo>
                  <a:cubicBezTo>
                    <a:pt x="698515" y="631929"/>
                    <a:pt x="676559" y="644572"/>
                    <a:pt x="652808" y="644572"/>
                  </a:cubicBezTo>
                  <a:lnTo>
                    <a:pt x="69634" y="644572"/>
                  </a:lnTo>
                  <a:cubicBezTo>
                    <a:pt x="45883" y="644572"/>
                    <a:pt x="23927" y="631929"/>
                    <a:pt x="12006" y="611386"/>
                  </a:cubicBezTo>
                  <a:cubicBezTo>
                    <a:pt x="85" y="590844"/>
                    <a:pt x="0" y="565508"/>
                    <a:pt x="11784" y="544887"/>
                  </a:cubicBezTo>
                  <a:lnTo>
                    <a:pt x="304258" y="33057"/>
                  </a:lnTo>
                  <a:cubicBezTo>
                    <a:pt x="315939" y="12616"/>
                    <a:pt x="337677" y="0"/>
                    <a:pt x="361221" y="0"/>
                  </a:cubicBezTo>
                  <a:cubicBezTo>
                    <a:pt x="384765" y="0"/>
                    <a:pt x="406503" y="12616"/>
                    <a:pt x="418184" y="330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291601" y="7212315"/>
            <a:ext cx="421731" cy="421731"/>
          </a:xfrm>
          <a:custGeom>
            <a:avLst/>
            <a:gdLst/>
            <a:ahLst/>
            <a:cxnLst/>
            <a:rect r="r" b="b" t="t" l="l"/>
            <a:pathLst>
              <a:path h="421731" w="421731">
                <a:moveTo>
                  <a:pt x="0" y="0"/>
                </a:moveTo>
                <a:lnTo>
                  <a:pt x="421731" y="0"/>
                </a:lnTo>
                <a:lnTo>
                  <a:pt x="421731" y="421731"/>
                </a:lnTo>
                <a:lnTo>
                  <a:pt x="0" y="421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414085" y="1028700"/>
            <a:ext cx="887629" cy="887629"/>
          </a:xfrm>
          <a:custGeom>
            <a:avLst/>
            <a:gdLst/>
            <a:ahLst/>
            <a:cxnLst/>
            <a:rect r="r" b="b" t="t" l="l"/>
            <a:pathLst>
              <a:path h="887629" w="887629">
                <a:moveTo>
                  <a:pt x="0" y="0"/>
                </a:moveTo>
                <a:lnTo>
                  <a:pt x="887629" y="0"/>
                </a:lnTo>
                <a:lnTo>
                  <a:pt x="887629" y="887629"/>
                </a:lnTo>
                <a:lnTo>
                  <a:pt x="0" y="887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87005" y="3674019"/>
            <a:ext cx="3562311" cy="152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</a:pPr>
            <a:r>
              <a:rPr lang="en-US" sz="10914" spc="-8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68160" y="5222116"/>
            <a:ext cx="3562311" cy="152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</a:pPr>
            <a:r>
              <a:rPr lang="en-US" sz="10914" i="true" spc="-862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Bridge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6427" y="636833"/>
            <a:ext cx="638970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399" spc="-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ABDULLOJON ZIYAEV, ZA9369</a:t>
            </a:r>
          </a:p>
          <a:p>
            <a:pPr algn="l">
              <a:lnSpc>
                <a:spcPts val="3119"/>
              </a:lnSpc>
            </a:pPr>
            <a:r>
              <a:rPr lang="en-US" b="true" sz="2399" spc="-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KAIRAT ZHANYGULOV, KZ8324</a:t>
            </a:r>
          </a:p>
          <a:p>
            <a:pPr algn="l">
              <a:lnSpc>
                <a:spcPts val="3119"/>
              </a:lnSpc>
            </a:pPr>
            <a:r>
              <a:rPr lang="en-US" b="true" sz="2399" spc="-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SHALGIMBAYEVA AMIRA, AS9649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25858" y="9220200"/>
            <a:ext cx="29308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RIT University,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11515" y="6054352"/>
            <a:ext cx="8465295" cy="8465295"/>
          </a:xfrm>
          <a:custGeom>
            <a:avLst/>
            <a:gdLst/>
            <a:ahLst/>
            <a:cxnLst/>
            <a:rect r="r" b="b" t="t" l="l"/>
            <a:pathLst>
              <a:path h="8465295" w="8465295">
                <a:moveTo>
                  <a:pt x="0" y="0"/>
                </a:moveTo>
                <a:lnTo>
                  <a:pt x="8465295" y="0"/>
                </a:lnTo>
                <a:lnTo>
                  <a:pt x="8465295" y="8465296"/>
                </a:lnTo>
                <a:lnTo>
                  <a:pt x="0" y="8465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1106" y="201971"/>
            <a:ext cx="6411433" cy="9840040"/>
            <a:chOff x="0" y="0"/>
            <a:chExt cx="553982" cy="850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3982" cy="850232"/>
            </a:xfrm>
            <a:custGeom>
              <a:avLst/>
              <a:gdLst/>
              <a:ahLst/>
              <a:cxnLst/>
              <a:rect r="r" b="b" t="t" l="l"/>
              <a:pathLst>
                <a:path h="850232" w="553982">
                  <a:moveTo>
                    <a:pt x="30188" y="0"/>
                  </a:moveTo>
                  <a:lnTo>
                    <a:pt x="523794" y="0"/>
                  </a:lnTo>
                  <a:cubicBezTo>
                    <a:pt x="540467" y="0"/>
                    <a:pt x="553982" y="13516"/>
                    <a:pt x="553982" y="30188"/>
                  </a:cubicBezTo>
                  <a:lnTo>
                    <a:pt x="553982" y="820044"/>
                  </a:lnTo>
                  <a:cubicBezTo>
                    <a:pt x="553982" y="836716"/>
                    <a:pt x="540467" y="850232"/>
                    <a:pt x="523794" y="850232"/>
                  </a:cubicBezTo>
                  <a:lnTo>
                    <a:pt x="30188" y="850232"/>
                  </a:lnTo>
                  <a:cubicBezTo>
                    <a:pt x="13516" y="850232"/>
                    <a:pt x="0" y="836716"/>
                    <a:pt x="0" y="820044"/>
                  </a:cubicBezTo>
                  <a:lnTo>
                    <a:pt x="0" y="30188"/>
                  </a:lnTo>
                  <a:cubicBezTo>
                    <a:pt x="0" y="13516"/>
                    <a:pt x="13516" y="0"/>
                    <a:pt x="30188" y="0"/>
                  </a:cubicBezTo>
                  <a:close/>
                </a:path>
              </a:pathLst>
            </a:custGeom>
            <a:blipFill>
              <a:blip r:embed="rId4"/>
              <a:stretch>
                <a:fillRect l="-72781" t="0" r="-72781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662154" y="1346525"/>
            <a:ext cx="3837903" cy="7593950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8351" t="0" r="-5835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335321"/>
            <a:ext cx="7124621" cy="152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</a:pPr>
            <a:r>
              <a:rPr lang="en-US" sz="10914" spc="-8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322" y="3467855"/>
            <a:ext cx="9233832" cy="613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Legal Help Platform is a web-based solution providing accessible legal support for small businesses and startups. It offers legal assistance through two channels: an AI-driven advisor and real, licensed lawyers. This ensures that businesses with limited resources can access expert guidance in areas like financial regulations, employment laws, and intellectual property.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dual accounts for businesses and lawyers, the platform integrates Node.js, Java, and Python-powered AI for a seamless, responsive user experience.</a:t>
            </a: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537533" y="1725928"/>
            <a:ext cx="7124621" cy="152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5"/>
              </a:lnSpc>
            </a:pPr>
            <a:r>
              <a:rPr lang="en-US" sz="10914" i="true" spc="-862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26570" y="2424382"/>
            <a:ext cx="8465295" cy="8465295"/>
          </a:xfrm>
          <a:custGeom>
            <a:avLst/>
            <a:gdLst/>
            <a:ahLst/>
            <a:cxnLst/>
            <a:rect r="r" b="b" t="t" l="l"/>
            <a:pathLst>
              <a:path h="8465295" w="8465295">
                <a:moveTo>
                  <a:pt x="0" y="0"/>
                </a:moveTo>
                <a:lnTo>
                  <a:pt x="8465296" y="0"/>
                </a:lnTo>
                <a:lnTo>
                  <a:pt x="8465296" y="8465296"/>
                </a:lnTo>
                <a:lnTo>
                  <a:pt x="0" y="8465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6078" y="-2789856"/>
            <a:ext cx="16046590" cy="16412447"/>
            <a:chOff x="0" y="0"/>
            <a:chExt cx="7946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4682" cy="812800"/>
            </a:xfrm>
            <a:custGeom>
              <a:avLst/>
              <a:gdLst/>
              <a:ahLst/>
              <a:cxnLst/>
              <a:rect r="r" b="b" t="t" l="l"/>
              <a:pathLst>
                <a:path h="812800" w="794682">
                  <a:moveTo>
                    <a:pt x="397341" y="0"/>
                  </a:moveTo>
                  <a:cubicBezTo>
                    <a:pt x="177896" y="0"/>
                    <a:pt x="0" y="181951"/>
                    <a:pt x="0" y="406400"/>
                  </a:cubicBezTo>
                  <a:cubicBezTo>
                    <a:pt x="0" y="630849"/>
                    <a:pt x="177896" y="812800"/>
                    <a:pt x="397341" y="812800"/>
                  </a:cubicBezTo>
                  <a:cubicBezTo>
                    <a:pt x="616786" y="812800"/>
                    <a:pt x="794682" y="630849"/>
                    <a:pt x="794682" y="406400"/>
                  </a:cubicBezTo>
                  <a:cubicBezTo>
                    <a:pt x="794682" y="181951"/>
                    <a:pt x="616786" y="0"/>
                    <a:pt x="397341" y="0"/>
                  </a:cubicBezTo>
                  <a:close/>
                </a:path>
              </a:pathLst>
            </a:custGeom>
            <a:solidFill>
              <a:srgbClr val="1E1F1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4501" y="38100"/>
              <a:ext cx="645679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91701" y="1282574"/>
            <a:ext cx="4028754" cy="7971582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49291" y="2899420"/>
            <a:ext cx="8385132" cy="575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Up / Log In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&amp; Manage Profile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 Legal Questions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</a:t>
            </a: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ew Answers to Their Questions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</a:t>
            </a: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owse Previously Asked Questions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 Questions by Tags or Categories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9291" y="710555"/>
            <a:ext cx="10544462" cy="222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2"/>
              </a:lnSpc>
            </a:pPr>
            <a:r>
              <a:rPr lang="en-US" sz="8888" spc="8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Startup Functionality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649761" y="-6040913"/>
            <a:ext cx="9321333" cy="9321333"/>
          </a:xfrm>
          <a:custGeom>
            <a:avLst/>
            <a:gdLst/>
            <a:ahLst/>
            <a:cxnLst/>
            <a:rect r="r" b="b" t="t" l="l"/>
            <a:pathLst>
              <a:path h="9321333" w="9321333">
                <a:moveTo>
                  <a:pt x="0" y="0"/>
                </a:moveTo>
                <a:lnTo>
                  <a:pt x="9321333" y="0"/>
                </a:lnTo>
                <a:lnTo>
                  <a:pt x="9321333" y="9321333"/>
                </a:lnTo>
                <a:lnTo>
                  <a:pt x="0" y="9321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6574938" y="6131814"/>
            <a:ext cx="9169414" cy="9169414"/>
          </a:xfrm>
          <a:custGeom>
            <a:avLst/>
            <a:gdLst/>
            <a:ahLst/>
            <a:cxnLst/>
            <a:rect r="r" b="b" t="t" l="l"/>
            <a:pathLst>
              <a:path h="9169414" w="9169414">
                <a:moveTo>
                  <a:pt x="0" y="0"/>
                </a:moveTo>
                <a:lnTo>
                  <a:pt x="9169415" y="0"/>
                </a:lnTo>
                <a:lnTo>
                  <a:pt x="9169415" y="9169414"/>
                </a:lnTo>
                <a:lnTo>
                  <a:pt x="0" y="9169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49761" y="-6040913"/>
            <a:ext cx="9321333" cy="9321333"/>
          </a:xfrm>
          <a:custGeom>
            <a:avLst/>
            <a:gdLst/>
            <a:ahLst/>
            <a:cxnLst/>
            <a:rect r="r" b="b" t="t" l="l"/>
            <a:pathLst>
              <a:path h="9321333" w="9321333">
                <a:moveTo>
                  <a:pt x="0" y="0"/>
                </a:moveTo>
                <a:lnTo>
                  <a:pt x="9321333" y="0"/>
                </a:lnTo>
                <a:lnTo>
                  <a:pt x="9321333" y="9321333"/>
                </a:lnTo>
                <a:lnTo>
                  <a:pt x="0" y="932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6570" y="2424382"/>
            <a:ext cx="8465295" cy="8465295"/>
          </a:xfrm>
          <a:custGeom>
            <a:avLst/>
            <a:gdLst/>
            <a:ahLst/>
            <a:cxnLst/>
            <a:rect r="r" b="b" t="t" l="l"/>
            <a:pathLst>
              <a:path h="8465295" w="8465295">
                <a:moveTo>
                  <a:pt x="0" y="0"/>
                </a:moveTo>
                <a:lnTo>
                  <a:pt x="8465296" y="0"/>
                </a:lnTo>
                <a:lnTo>
                  <a:pt x="8465296" y="8465296"/>
                </a:lnTo>
                <a:lnTo>
                  <a:pt x="0" y="8465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67498" y="-3062723"/>
            <a:ext cx="16412447" cy="1641244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1F1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390546" y="1286718"/>
            <a:ext cx="4028754" cy="7971582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58351" t="0" r="-5835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95962" y="2834857"/>
            <a:ext cx="8385132" cy="575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Up / Log In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&amp; Verify Legal Profile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</a:t>
            </a: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ew All Public Questions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</a:t>
            </a: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wer Legal Questions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</a:t>
            </a: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ew Questions They've Answered</a:t>
            </a:r>
          </a:p>
          <a:p>
            <a:pPr algn="just" marL="670552" indent="-335276" lvl="1">
              <a:lnSpc>
                <a:spcPts val="7764"/>
              </a:lnSpc>
              <a:buFont typeface="Arial"/>
              <a:buChar char="•"/>
            </a:pPr>
            <a:r>
              <a:rPr lang="en-US" b="true" sz="31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Browse Forum to Contribute Insights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61709"/>
            <a:ext cx="10544462" cy="222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2"/>
              </a:lnSpc>
            </a:pPr>
            <a:r>
              <a:rPr lang="en-US" sz="8888" spc="8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Lawyer Functionality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6574938" y="6131814"/>
            <a:ext cx="9169414" cy="9169414"/>
          </a:xfrm>
          <a:custGeom>
            <a:avLst/>
            <a:gdLst/>
            <a:ahLst/>
            <a:cxnLst/>
            <a:rect r="r" b="b" t="t" l="l"/>
            <a:pathLst>
              <a:path h="9169414" w="9169414">
                <a:moveTo>
                  <a:pt x="0" y="0"/>
                </a:moveTo>
                <a:lnTo>
                  <a:pt x="9169415" y="0"/>
                </a:lnTo>
                <a:lnTo>
                  <a:pt x="9169415" y="9169414"/>
                </a:lnTo>
                <a:lnTo>
                  <a:pt x="0" y="9169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DAGe2dCLQDQ</dc:identifier>
  <dcterms:modified xsi:type="dcterms:W3CDTF">2011-08-01T06:04:30Z</dcterms:modified>
  <cp:revision>1</cp:revision>
  <dc:title>Abdullojon Ziyaev, Kairat Zhanygulov,</dc:title>
</cp:coreProperties>
</file>